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CMSSW IBs &amp; cmssw-tools are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566928"/>
            <a:ext cx="11338560" cy="3017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7D3EC"/>
                </a:solidFill>
                <a:latin typeface="Calibri"/>
              </a:rPr>
              <a:t>Recipes are generated on-demand from argv + layered YAML — no static per-IB recipe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15184" cy="1234440"/>
          </a:xfrm>
          <a:prstGeom prst="roundRect">
            <a:avLst/>
          </a:prstGeom>
          <a:solidFill>
            <a:srgbClr val="E8EFFB"/>
          </a:solidFill>
          <a:ln w="15875">
            <a:solidFill>
              <a:srgbClr val="2E5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5CB8"/>
                </a:solidFill>
                <a:latin typeface="Calibri"/>
              </a:rPr>
              <a:t>1 · bits build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F2A44"/>
                </a:solidFill>
                <a:latin typeface="Consolas"/>
              </a:rPr>
              <a:t>CMSSW_20_1_X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2A44"/>
                </a:solidFill>
                <a:latin typeface="Consolas"/>
              </a:rPr>
              <a:t>CMSSW_20_1_DEBUG_X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555B66"/>
                </a:solidFill>
                <a:latin typeface="Calibri"/>
              </a:rPr>
              <a:t>IB names passed on the
command line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44952" y="1778508"/>
            <a:ext cx="237744" cy="329184"/>
          </a:xfrm>
          <a:prstGeom prst="rightArrow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00984" y="1325880"/>
            <a:ext cx="2615184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B8A7A"/>
                </a:solidFill>
                <a:latin typeface="Calibri"/>
              </a:rPr>
              <a:t>2 · packages.py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registration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regex-scan argv for IBs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suffix → flavor (_DEBUG_X→debug)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register cmssw_&lt;q&gt;_&lt;sfx&gt;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always register cmssw-tools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34455" y="1778508"/>
            <a:ext cx="237744" cy="329184"/>
          </a:xfrm>
          <a:prstGeom prst="rightArrow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0488" y="1325880"/>
            <a:ext cx="2615184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5CB8"/>
                </a:solidFill>
                <a:latin typeface="Calibri"/>
              </a:rPr>
              <a:t>3 · package.py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generator (per package)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ConfigLoader merges layers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+ static spec .yaml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+ build body + overrides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• prints YAML + '---' + bash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823959" y="1778508"/>
            <a:ext cx="237744" cy="329184"/>
          </a:xfrm>
          <a:prstGeom prst="rightArrow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79992" y="1325880"/>
            <a:ext cx="2615184" cy="1234440"/>
          </a:xfrm>
          <a:prstGeom prst="roundRect">
            <a:avLst/>
          </a:prstGeom>
          <a:solidFill>
            <a:srgbClr val="E7F3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4 · bits builds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55B66"/>
                </a:solidFill>
                <a:latin typeface="Calibri"/>
              </a:rPr>
              <a:t>in dependency order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2A44"/>
                </a:solidFill>
                <a:latin typeface="Consolas"/>
              </a:rPr>
              <a:t>cmssw-tools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↓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2A44"/>
                </a:solidFill>
                <a:latin typeface="Consolas"/>
              </a:rPr>
              <a:t>CMSSW_20_1_X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80360"/>
            <a:ext cx="5760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E5CB8"/>
                </a:solidFill>
                <a:latin typeface="Calibri"/>
              </a:rPr>
              <a:t>Layered config  (config_loader.py — later wins)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337560"/>
            <a:ext cx="1572768" cy="566928"/>
          </a:xfrm>
          <a:prstGeom prst="roundRect">
            <a:avLst/>
          </a:prstGeom>
          <a:solidFill>
            <a:srgbClr val="DDE7F7"/>
          </a:solidFill>
          <a:ln w="15875">
            <a:solidFill>
              <a:srgbClr val="2E5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2A44"/>
                </a:solidFill>
                <a:latin typeface="Consolas"/>
              </a:rPr>
              <a:t>base/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B66"/>
                </a:solidFill>
                <a:latin typeface="Calibri"/>
              </a:rPr>
              <a:t>always applies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020824" y="3493008"/>
            <a:ext cx="292608" cy="256032"/>
          </a:xfrm>
          <a:prstGeom prst="rightArrow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68296" y="3337560"/>
            <a:ext cx="1874519" cy="566928"/>
          </a:xfrm>
          <a:prstGeom prst="roundRect">
            <a:avLst/>
          </a:prstGeom>
          <a:solidFill>
            <a:srgbClr val="DDE7F7"/>
          </a:solidFill>
          <a:ln w="15875">
            <a:solidFill>
              <a:srgbClr val="2E5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2A44"/>
                </a:solidFill>
                <a:latin typeface="Consolas"/>
              </a:rPr>
              <a:t>flavor/{flavor}/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55B66"/>
                </a:solidFill>
                <a:latin typeface="Calibri"/>
              </a:rPr>
              <a:t>e.g. debug: -O0 -g3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79392" y="3493008"/>
            <a:ext cx="292608" cy="256032"/>
          </a:xfrm>
          <a:prstGeom prst="rightArrow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26864" y="3337560"/>
            <a:ext cx="1673352" cy="566928"/>
          </a:xfrm>
          <a:prstGeom prst="roundRect">
            <a:avLst/>
          </a:prstGeom>
          <a:solidFill>
            <a:srgbClr val="F2F4F7"/>
          </a:solidFill>
          <a:ln w="15875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44"/>
                </a:solidFill>
                <a:latin typeface="Consolas"/>
              </a:rPr>
              <a:t>&lt;pkg&gt;.file /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&lt;queue&gt;.file (optional)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50791"/>
            <a:ext cx="5943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B66"/>
                </a:solidFill>
                <a:latin typeface="Calibri"/>
              </a:rPr>
              <a:t>• Release queue (20_1) is parsed only for the version string &amp; default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B66"/>
                </a:solidFill>
                <a:latin typeface="Calibri"/>
              </a:rPr>
              <a:t>  branch — it selects NO config layer.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B66"/>
                </a:solidFill>
                <a:latin typeface="Calibri"/>
              </a:rPr>
              <a:t>• Merge: dicts recurse, lists replace, remove_/null delete, then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B66"/>
                </a:solidFill>
                <a:latin typeface="Calibri"/>
              </a:rPr>
              <a:t>  %(var)s placeholders resolve in up to 10 passes.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88036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8A7A"/>
                </a:solidFill>
                <a:latin typeface="Calibri"/>
              </a:rPr>
              <a:t>Two virtual packages produced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3337560"/>
            <a:ext cx="5056632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5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2E5CB8"/>
                </a:solidFill>
                <a:latin typeface="Consolas"/>
              </a:rPr>
              <a:t>cmssw_&lt;queue&gt;_&lt;suffix&gt;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the CMSSW IB — discovered from argv; spec in cmssw.yaml;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body = ../scram-project-build.sh; requires cmssw-tool-conf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343400"/>
            <a:ext cx="5056632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B8A7A"/>
                </a:solidFill>
                <a:latin typeface="Consolas"/>
              </a:rPr>
              <a:t>cmssw-tools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shared tool config (~130 deps) — always registered so it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1F2A44"/>
                </a:solidFill>
                <a:latin typeface="Calibri"/>
              </a:rPr>
              <a:t>resolves as a dependency; spec + tag/source in cmssw-tools.yaml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473952"/>
            <a:ext cx="11521440" cy="32918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55B66"/>
                </a:solidFill>
                <a:latin typeface="Calibri"/>
              </a:rPr>
              <a:t>Sources of truth:  packages.py (register)  ·  package.py (generate)  ·  config_loader.py (merge)  ·  base/ + flavor/ (vars)  ·  cmssw.yaml / cmssw-tools.yaml (specs)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